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สคริปต์พูดหน้าปก:
สวัสดีครับพี่ๆ และคณะกรรมการทุกท่าน วันนี้ผมขอแนะนำ 'ระบบบริหารโครงการซอฟต์แวร์แบบครบวงจร' หรือ SoftFlow Platform ครับ
ระบบนี้สร้างขึ้นมาเพื่อแก้ Pain Point สำคัญที่ทีมพัฒนาซอฟต์แวร์มักเจอ นั่นคือการขาดจุดเชื่อมโยงข้อมูลตั้งแต่ Requirement จนถึงการส่งมอบงาน
วันนี้ผมจะสรุปภาพรวมและสถาปัตยกรรมระบบใน 3 ส่วนหลัก: ปัญหาและแนวคิด, โมดูลการทำงานหลัก, และสรุปผลลัพธ์พร้อม Live Demo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ในส่วนของประวัติผู้พัฒนา ผมภูรินทร์ หรือรินครับ ในโปรเจกต์นี้รับผิดชอบการออกแบบและพัฒนาระบบตั้งแต่ต้นจนจบ
เป้าหมายของการพรีเซนต์ในวันนี้คือการให้เห็นทั้งฝั่ง Business Value สำหรับทีมบริหาร และ Technical Architecture สำหรับทีมพัฒนาร่วมกันครับ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 (จุดสำคัญที่สุดที่กรรมการและผู้บริหารต้องการเห็น):
หากจะสรุปโครงการนี้ในหน้าเดียว มี 3 เสาหลักครับ:
1. ปัญหาเดิมคือ ความไม่เชื่อมโยงกันของข้อมูล (Broken Traceability) เวลาแก้ requirement จุดหนึ่ง ส่งผลกระทบต่อทั้งฐานข้อมูลและเดดไลน์โดยไม่มีใครรู้
2. สิ่งที่ผมสร้างคือ แพลตฟอร์มที่เชื่อมข้อมูลทุกอย่างเป็นเส้นเดียว มี Impact Analysis แจ้งเตือนทันที และมี AI ช่วยสร้าง Test Case
3. ผลลัพธ์คือ องค์กรสามารถควบคุมต้นทุน Manday ได้จริง ลดความเสี่ยงในการผิดสัญญา และส่งมอบงานอย่างโปร่งใสครับ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ในการทำงานจริง เรามักเจอปัญหาวงจรอุบาทว์ 4 ข้อนี้ครับ:
เริ่มจากข้อตกลงที่กระจัดกระจาย ทำให้ขอบเขตงานไม่นิ่ง
ตามมาด้วยการเปลี่ยนสเปกที่ประเมินผลกระทบไม่ได้ ทำให้ระบบพังเป็นลูกโซ่
ผู้บริหารไม่เห็นปัญหาจนวินาทีสุดท้าย และสุดท้ายคือการส่งมอบงานที่ไม่จบสิ้นครับ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ผลกระทบเหล่านี้ไม่ใช่เรื่องไกลตัวครับ งานวิจัยด้าน Software Engineering ยืนยันว่า ปัญหาที่เกิดจาก Requirement ที่ผิดพลาดจะส่งผลให้ต้นทุนในการแก้ไขพุ่งสูงขึ้นถึงหลายเท่าตัว
และที่สำคัญที่สุดคือ ความน่าเชื่อถือขององค์กรในสายตาลูกค้าครับ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นี่คือภาพรวมของ SoftFlow ครับ เราเปลี่ยนจากการมองแยกส่วน เป็นการร้อยเรียง 7 ขั้นตอนให้เป็นเนื้อเดียวกัน
จุดเด่นคือ ทุกขั้นตอนจะอ้างอิงข้อมูลของขั้นตอนก่อนหน้าเสมอ เช่น Task ใน Step 5 จะต้องชี้กลับไปที่ Requirement ใน Step 2 เสมอครับ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ในส่วนของสถาปัตยกรรมทางเทคนิค เราเลือกใช้ Enterprise Standard:
Frontend ใช้ Angular เพื่อความเสถียรของแอปพลิเคชันขนาดใหญ่
Backend ใช้ Java Spring Boot ที่มีระบบ Transaction Management และ Impact Analysis Engine ในตัว
ส่วนระบบความปลอดภัยใช้ Keycloak จัดการ SSO และ Role-Based Access Control เพื่อให้พร้อมเชื่อมต่อระบบองค์กรครับ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 (แก้ปัญหาที่ผู้รีวิวแนะนำ ไม่ให้หลงในรายละเอียด):
ก่อนที่เราจะเจาะลึกในแต่ละโมดูล ผมขอจัดกลุ่มระบบออกเป็น 3 เสาหลักครับ:
กลุ่มแรกคือ System Admin จัดการข้อมูลตั้งต้นและสิทธิ์ผู้ใช้
กลุ่มที่สองคือ Project Execution หัวใจของการวิเคราะห์ ออกแบบ และพัฒนา
กลุ่มที่สามคือ QA &amp; Delivery การทดสอบ ตรวจรับ และส่งมอบงานครับ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หัวใจแรกคือ Requirement Management และ Impact Engine ครับ
ไม่ใช่แค่การจดโน้ตสเปก แต่ระบบนี้มี Logic ตรวจสอบว่า เมื่อสเปกข้อหนึ่งถูกแก้ มันจะส่งผลกระทบลูกโซ่ไปที่ Database และ Task ไหนบ้าง
ทำให้ทีมงานตอบลูกค้าได้ทันทีว่า ถ้าจะแก้ส่วนนี้ จะต้องเพิ่มเวลากี่วัน และเพิ่มค่าใช้จ่ายเท่าไหร่ครับ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ในขั้นตอน System Analysis เรามี Built-in Diagram Tools ในระบบเลย ไม่ต้องสลับไปใช้ Draw.io หรือแอปนอก
ที่สำคัญคือเมื่อวาด ER เสร็จ เรามีระบบ SQL Generator กดปุ่มเดียวสร้าง DDL Script ได้เลย ทำให้สิ่งที่ออกแบบกับสิ่งที่ดีพลอยในฐานข้อมูลตรงกันเสมอครับ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ในส่วนของ Task Management เราไม่ได้ทำแค่บอร์ดการ์ดทั่วไป แต่มีการผูก Dependency Alert
ทำให้ PM รู้ทันทีว่าถ้างานส่วนไหนช้า จะส่งผลให้วันที่ส่งมอบเลื่อนออกไปกี่วัน เป็น Early Warning System ช่วยป้องกันวิกฤตครับ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ในส่วนของ QA เราผสาน AI เข้ามาช่วยวิเคราะห์ Spec เพื่อสร้าง Test Case ทั้งกรณีปกติและกรณีขอบเขต (Edge Cases)
ช่วยลดภาระของ QA ได้อย่างมีนัยสำคัญ และทำให้เรามี Gate ตรวจรับที่โปร่งใสทั้งสองฝ่ายครับ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ตารางนี้สรุปความแตกต่างใน 4 มิติสำคัญครับ จะเห็นว่าแพลตฟอร์มนี้ไม่ได้เปลี่ยนแค่วิธีการทำงาน แต่เปลี่ยนให้กระบวนการทั้งหมดสามารถตรวจสอบและวัดผลได้จริง
ทำให้ทีมพัฒนาทำงานได้อย่างสบายใจ และผู้บริหารเห็นภาพรวมที่ถูกต้องครับ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 (จุดเปลี่ยนจากการเปิดสไลด์ 200 หน้ามาเป็นการสาธิตจริงตามคำแนะนำของพี่ๆ):
แทนที่เราจะเปิดสไลด์ดูทีละหน้าจอ ผมขอพาทุกท่านเข้าไปชมการทำงานจริงของระบบใน 3 ไฮไลต์สั้นๆ ดังนี้ครับ
1. การทำ Impact Analysis เมื่อสเปกเปลี่ยน
2. การวาด ER และ Gen SQL Script ในคลิกเดียว
3. และการใช้ AI ช่วยสร้าง Test Case ครับ... [สลับหน้าจอเข้าสู่แอปพลิเคชันจริง]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สำหรับก้าวต่อไป ตามที่พี่ๆ ได้ให้คำแนะนำไว้ เราจะนำแพลตฟอร์มนี้ไปทดสอบกับโปรเจกต์ภายในก่อน เพื่อเก็บข้อมูลการใช้งานจริง
และมีแผนจะเชื่อมต่อเข้ากับ Git และระบบ CI/CD เพื่อให้การติดตามโค้ดและเอกสารทำได้อย่างสมบูรณ์แบบ 100%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สคริปต์พูดหน้านี้:
ขอขอบพระคุณพี่ๆ และคณะกรรมการทุกท่านเป็นอย่างสูงครับสำหรับคำแนะนำที่มีค่ายิ่งในการพัฒนาระบบนี้
หากมีข้อสงสัยหรือข้อเสนอแนะเพิ่มเติมในส่วนใด ยินดีรับฟังและแลกเปลี่ยนครับ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• FULL-CYCLE SDLC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ระบบบริหารโครงการซอฟต์แวร์แบบครบวงจร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Lifecycle Management &amp; Traceability Platform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เปลี่ยนความซับซ้อนให้เป็นความสำเร็จที่ควบคุมและตรวจสอบได้แบบ Real-time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754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ผู้พัฒนา: นายภูรินทร์ สุขมั่น (ริน)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สาขาวิทยาการคอมพิวเตอร์ คณะเทคโนโลยีสารสนเทศและการสื่อสาร มหาวิทยาลัยพะเยา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บทบาท: Full-Stack Developer &amp; Software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ประวัติผู้พัฒนาโครงการ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ความตั้งใจและขอบเขตงานในการพัฒนาโครงการตลอดระยะเวลาการฝึกงาน</a:t>
            </a:r>
            <a:endParaRPr lang="en-US" sz="1400" dirty="0"/>
          </a:p>
        </p:txBody>
      </p:sp>
      <p:pic>
        <p:nvPicPr>
          <p:cNvPr id="5" name="Image 0" descr="C:\Users\lovew\Student\Project-Main\Java-intern\sic-project\assets_extracted\profil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920240"/>
            <a:ext cx="29260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920240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0" y="2103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ข้อมูลส่วนตัวและสถานศึกษา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80560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นายภูรินทร์ สุขมั่น (ริน) | นิสิตชั้นปีที่ 4 สาขาวิทยาการคอมพิวเตอร์ คณะ ICT มหาวิทยาลัยพะเยา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3291840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3474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บทบาทและความรับผิดชอบในโครงการ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80560" y="3840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ออกแบบสถาปัตยกรรม Full-Cycle SDLC, พัฒนา Frontend (Angular), Backend API (Spring Boot),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ระบบบริหารสิทธิ์ผู้ใช้ (Keycloak RBAC) และโมดูล AI สำหรับสร้าง Test Cases อัตโนมัติ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06240" y="4663440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เป้าหมายหลักของการนำเสนอ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5212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นำเสนอภาพรวมเชิงสถาปัตยกรรมและคุณค่าทางธุรกิจ เพื่อรองรับการนำไปใช้งานจริงใน Internal 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ของบริษัท และตอบโจทย์เกณฑ์การประเมินโครงการระดับอุดมศึกษา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สรุปภาพรวมโครงการใน 1 หน้า (Executive Summary)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หัวใจสำคัญ: ปัญหาที่พบ โซลูชันที่สร้าง และคุณค่าทางธุรกิจที่ส่งมอบ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ปัญหาเดิม (The Problem)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ข้อมูลกระจัดกระจาย: Requirement อยู่ในแชต, Task อยู่ในบอร์ด, ER อยู่ในไฟล์อื่น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แก้จุดหนึ่งพังอีกจุด: ขาด Impact Analysis เมื่อเปลี่ยน Requirement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เสี่ยงงบบานปลาย: ควบคุม Manday และขอบเขต Change Request ไม่ได้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ผู้บริหารตาบอด: มองไม่เห็นความล่าช้าจนกว่าจะถึงวันใกล้ส่งมอบ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โซลูชัน (SoftFlow Platform)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รวมทุกระยะ SDLC ไว้บนแพลตฟอร์มเดียว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Traceability: ผูก Requirement → DFD/ER → Task → Test Case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Schema &amp; Scripts: วาด ER ปุ๊บแปลงเป็น SQL DDL อัตโนมัติ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QA: วิเคราะห์ Spec และสร้าง Test Scenarios ในคลิกเดียว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ผลลัพธ์ทางธุรกิจ (The Impact)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28346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ลดความเสี่ยงโครงการ: รู้ล่วงหน้าทันทีเมื่องานมีแนวโน้มล่าช้า (Early Warning)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ประหยัดเวลา SA &amp; QA: ลดขั้นตอนการทำเอกสารซ้ำซ้อนลงมากกว่า 40%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ส่งมอบงานได้อย่างมั่นใจ: ตรวจรับ (UAT Sign-off) ตาม Gate ชัดเจน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Audit-Ready: บันทึก Versioning และประวัติการเปลี่ยนแปลงครบถ้วน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ปัญหาคลาสสิกในการบริหารโปรเจกต์ซอฟต์แวร์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เหตุผลสำคัญที่ทำให้กว่า 60% ของโปรเจกต์ซอฟต์แวร์ส่งมอบช้าหรือเกินงบประมาณ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เอกสารและข้อตกลงสูญหาย (Lost in Communication)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และข้อตกลงสำคัญกระจายอยู่ตามแชต Line, Email หรือกระดาษจด ขาดระบบจัดเก็บศูนย์กลาง ทำให้เมื่อทีมงานเปลี่ยนหรือเวลาผ่านไป ขอบเขตงานเกิดความคลาดเคลื่อน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แก้จุดหนึ่ง พังอีกจุด (Lack of Impact Analysis)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เมื่อลูกค้าหรือทีมงานขอปรับ Requirement เพียงเล็กน้อย ขาดเครื่องมือประเมินว่ากระทบกับ Database Schema ตารางไหน หรือกระทบกับ Task ของใครบ้าง จนเกิด Ripple Effect ลุกลาม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การบริหารงานแบบมองไม่เห็นปัญหา (The Blind Spot)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ผู้บริหารและ PM เห็นแต่งานที่เสร็จบนหน้าบอร์ด แต่ไม่เห็น Dependency หรือ Hidden Delays จนกระทั่งถึงกำหนดส่งมอบ ทำให้แก้ปัญหาไม่ทันเวลา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ส่งมอบและเบิกเงินยาก (Delivery &amp; UAT Disputes)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เมื่อไม่มีหลักฐานการ Sign-off และ Test Cases ที่ผูกกับ Requirement ที่ตกลงไว้แต่แรก การตรวจรับงาน (UAT) มักเกิดข้อโต้แย้ง ทำให้วางบิลและปิดโครงการล่าช้า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ผลกระทบเชิงธุรกิจเมื่อขาดระบบควบคุมที่มีประสิทธิภาพ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ความเสียหายที่ประเมินค่าได้เมื่อการควบคุมกระบวนการ SDLC ขาดความรัดกุม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โครงการส่งมอบล่าช้ากว่ากำหนด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เกิดจากการทำงานซ้ำซ้อน (Rework) และการแก้บั๊กที่หลุดรอดมาจากขั้นตอน Requirement ที่ไม่เคลียร์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BUDGET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ต้นทุน Manday บานปลาย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การแก้ไข Requirement ในขั้นตอนหลัง (Post-Development) ใช้ต้นทุนและเวลามากกว่าการแก้ในขั้นตอนแรกถึงหลายเท่า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2560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13816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ขาดหลักฐาน Traceability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4114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เมื่อลูกค้าขอ Audit หรือเกิดข้อพิพาท ไม่สามารถชี้แจงได้ว่าโค้ดบรรทัดนี้ หรือฟีเจอร์นี้ มาจากสัญญาข้อใด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วงจรการทำงานแบบครบวงจร (All-in-One SDLC Pipeline)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เชื่อมโยงข้อมูลตั้งแต่ต้นน้ำถึงปลายน้ำเป็นเส้นเดียว (End-to-End Traceability)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สัญญา &amp; ลูกค้า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Client 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0008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รวบรวมสเปก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50008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Scope Gate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77056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 &amp; ออกแบบ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77056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/ ER &amp; Schema 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12664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วางแผนงาน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04104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&amp; Manday Budget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39712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 &amp; ติดตาม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31152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&amp; Dependency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66760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ทดสอบระบบ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AI Test Case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93808" y="2103120"/>
            <a:ext cx="1417320" cy="32918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808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85248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ตรวจรับ &amp; ส่งมอบ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85248" y="35661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 &amp; Delivery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Concept: ข้อมูลทั้งหมดเชื่อมต่อเป็นสายใยเดียว (Traceability Thread) ไม่มีการสูญหายหรือตกหล่นระหว่างทาง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สถาปัตยกรรมระบบและเทคโนโลยีที่เลือกใช้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การออกแบบระบบให้มีความเสถียร รองรับการขยายตัว และปลอดภัยระดับองค์กร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18 &amp; Modern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(SPA) ทำงานรวดเร็ว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Diagram Designer (วาด DFD / ER บนเว็บ)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Kanban Board &amp; Real-time UI updates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Component Rendering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&amp; Spring Boot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Service พร้อม Spring Security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Engine สำหรับคำนวณผลกระทบ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SQL DDL Script Generator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แยก Business Logic ชัดเจน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Infrastructure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004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สำหรับจัดเก็บข้อมูลเชิงสัมพันธ์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 สำหรับ Authentication &amp; RBAC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SeaweedFS สำหรับจัดเก็บเอกสารและไฟล์แนบ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Containerized Deployment พร้อม e2e testing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ภาพรวมหน้าจอระบบและการจัดกลุ่มโมดูล (System Hierarchy)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จัดระเบียบโครงสร้างระบบออกเป็น 3 กลุ่มฟังก์ชันหลัก เพื่อให้ใช้งานง่ายและเห็นภาพรวม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กลุ่มที่ 1: การตั้งค่าและการจัดการองค์กร (System Admin)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จัดการข้อมูลลูกค้าและคู่สัญญา (Customer &amp; Contract Management)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จัดการทีมงาน โครงสร้าง และบทบาท (Team &amp; Roles Configuration)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กำหนดสิทธิ์การเข้าถึงเมนูและการอนุมัติ (RBAC &amp; Approval Workflows)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เชื่อมต่อโมเดล AI และบริการภายนอก (AI Configuration)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กลุ่มที่ 2: การบริหารและดำเนินโครงการ (Project Execution)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Management พร้อมระบบ Approval Gate ล็อกสเปก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เครื่องมือวาด Diagram (DFD &amp; ER) และแปลงเป็น SQL Generator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ระบบวิเคราะห์ผลกระทบเมื่อเกิด Change Request (Impact Analysis)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&amp; Interactive Kanban Board ติดตามสถานะงาน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กลุ่มที่ 3: การควบคุมคุณภาพและการส่งมอบ (QA &amp; Delivery)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Management &amp; AI Auto Test Case Generator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&amp; Defect Tracking ผูกโยงกับ Task และผู้รับผิดชอบ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สำหรับตรวจรับงานจริง (UAT Sign-off)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สรุปความคืบหน้า งบประมาณ และ Manday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ระบบจัดการ Requirement &amp; Change Impact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ล็อกสเปกให้ชัดเจน และประเมินผลกระทบต่อต้นทุนและเวลาทันทีเมื่อมีการขอแก้ไข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ฟีเจอร์หลัก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ล็อกสเปก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ทุกข้อต้องผ่านการยืนยันร่วมกันระหว่าง BA และลูกค้าก่อนเข้าสู่ขั้นตอนพัฒนา ป้องกันปัญหาลูกค้าอ้างว่าไม่ได้ขอ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ฟีเจอร์หลัก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 (CR) Workflow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เมื่อลูกค้าขอเปลี่ยนความต้องการ ระบบบังคับเปิดคำขอ CR พร้อมคำนวณ Manday และค่าใช้จ่ายส่วนเพิ่มให้อัตโนมัติ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ฟีเจอร์หลัก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Impact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เครื่องมือวิเคราะห์อัตโนมัติ ชี้เป้าทันทีว่าการเปลี่ยน Requirement ข้อนี้ จะกระทบตารางใน ER Diagram ไหน และกระทบ Task ใดในระบบ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เครื่องมือวาด Diagram ในตัว &amp; ตัวสร้างสคริปต์ฐานข้อมูล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DFD และ ER Diagram บนเว็บได้โดยตรง พร้อมแปลงเป็น SQL DDL ในคลิกเดียว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Design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 Data Flow Diagram (Level 0-2) ได้โดยตรงบนเว็บ พร้อมเชื่อมโยง Process แต่ละตัวเข้ากับ Requirement โดยตรง ไม่ต้องพึ่งพาแอปพลิเคชันภายนอก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ER Diagram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ออกแบบตารางฐานข้อมูล กำหนด Primary Key, Foreign Key และความสัมพันธ์ พร้อมระบบตรวจสอบความถูกต้องของโครงสร้างเชิงตรรกะ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SQL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ER Diagram ออกมาเป็น SQL Script ที่พร้อมนำไป Execute บนฐานข้อมูลจริง รองรับทั้ง PostgreSQL, MySQL และ SQL Server ช่วยลด Human Error ในการเขียนโค้ด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ระบบบริหารและติดตามงาน (Task &amp; Kanban Engine)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เปลี่ยนข้อกำหนดเป็นชิ้นงานจริง ควบคุม Manday และเฝ้าระวัง Dependency Delay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ความสามารถ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Kanban 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บอร์ดจัดการงานแบบ Drag &amp; Drop แยกสถานะชัดเจน (To Do, In Progress, In Review, Done) ช่วยให้ทุกคนในทีมเห็น Flow งานแบบ Real-time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ความสามารถ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&amp; Delay Alert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ระบบตรวจจับความเชื่อมโยงของงาน หาก Task ตั้งต้นเกิดความล่าช้า ระบบจะแจ้งเตือนผลกระทบต่อ Task ลูกข่ายและ Milestone ทันที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ความสามารถ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Manday vs Actual Tracking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เปรียบเทียบระยะเวลาที่ประเมินไว้ (Estimated Manday) กับเวลาที่ใช้จริง เพื่อวัดความแม่นยำในการวางแผนและนำไปปรับปรุงโปรเจกต์ถัดไป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การควบคุมคุณภาพ &amp; ผู้ช่วย AI อัจฉริยะ (QA &amp; AI Module)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ยกระดับความเชื่อมั่นในการส่งมอบ และเร่งความเร็วในการสร้าง Test Cases ด้วย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นวัตกรรม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 Test Case Generator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นำเทคโนโลยี Generative AI (Gemini Pro) มาช่วยอ่าน Requirement แล้วสร้าง Test Scenarios (Happy &amp; Unhappy Cases) ให้ Tester ตรวจสอบและใช้งานได้ทันที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นวัตกรรม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&amp; Defect Traceability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เปิดและติดตาม Bug โดยผูกเข้ากับ Task และ Requirement ที่เกี่ยวข้อง พร้อมระบบ Retest Workflow บังคับแก้ไข Critical Bug ให้หมดก่อนส่งมอบ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นวัตกรรม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UAT Sign-off Portal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พอร์ทัลตรวจรับงานสำหรับลูกค้าโดยเฉพาะ สามารถทดสอบและกดยืนยันผลการตรวจรับผ่านระบบแบบดิจิทัล พร้อมออกเอกสารรับรองอัตโนมัติ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ตารางเปรียบเทียบ: การจัดการแบบเดิม vs SoftFlow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ความแตกต่างอย่างชัดเจนในการบริหารจัดการโครงการซอฟต์แวร์ยุคใหม่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20624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มิติการประเมิน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การทำงานแบบเดิม (Traditional Process)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ระบบ SoftFlow (Our Platform)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การจัดการ 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กระจัดกระจายในแชตและอีเมล เปลี่ยนแปลงโดยไม่มีการบันทึก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ศูนย์กลางข้อมูลเดียว พร้อมระบบ Sign-off และคุมการเปลี่ยนแปลง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ความสอดคล้องของเอกสาร &amp; โค้ด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เอกสารกับโค้ดไม่ตรงกัน (Outdated Documentation)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เชื่อมโยง 100% Traceability ตั้งแต่ DFD/ER จนถึง 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การประเมินผลกระทบ (CR Impact)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ใช้การคาดเดา มักมองข้ามผลกระทบต่อตารางฐานข้อมูลและเวลา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Analysis Engine ประเมิน Schema และคำนวณ Manday ทันที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ความโปร่งใสและการส่งมอบ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ลูกค้าและผู้บริหารรอดูผลตอนจบ มักเกิดข้อพิพาทหน้างาน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แดชบอร์ดสุขภาพโครงการแบบ Real-time พร้อม UAT Gate ดิจิทัล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การสาธิตการใช้งานระบบจริง (Live Demonstration)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 3 ไฮไลต์การทำงานจริงบนซอฟต์แวร์ (ระยะเวลาประมาณ 5-7 นาที)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Requirement &amp; ทดสอบ Impact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572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แสดงการจำลองการแก้ไขสเปก และดูระบบตรวจจับผลกระทบต่อ ER Diagram และ Task แบบ Real-time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329184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วาด ER Diagram &amp; สร้าง SQL DDL Script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แสดงการออกแบบตารางข้อมูลบนเว็บ และกดปุ่มแปลงออกมาเป็น SQL Schema Script ที่พร้อมใช้งาน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329184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Test Cases อัตโนมัติด้วย AI Module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572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แสดงการส่ง Requirement ให้ AI วิเคราะห์ และสร้าง Test Scenarios สำหรับนำไปใช้ในกระบวนการ QA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บทเรียนที่ได้รับและแผนการขยายผล (Next Steps)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การนำระบบไปปรับใช้จริงกับโครงการภายใน และแผนการพัฒนาต่อยอด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ระยะที่ 1 (ปัจจุบัน - พ.ย. 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Pilot Deployment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นำร่องทดลองใช้งานกับโครงการภายในบริษัท (Internal Projects)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Feedback จากทีมงาน SA, Dev และ QA จริง เพื่อนำมาขัดเกลา UI/UX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ปรับจูนความแม่นยำของ AI Test Case Generation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ระยะที่ 2 (Q1 2027)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CI/CD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เชื่อมโยง Commit และ Pull Request เข้ากับ Task โดยอัตโนมัติ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เพิ่มระบบแจ้งเตือนผ่าน Slack และ Microsoft Teams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ขยายขีดความสามารถของ DFD Generator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192024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ระยะที่ 3 (Q2 2027)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 &amp; Report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ระบบคาดการณ์ความเสี่ยงโครงการด้วย Machine Learning (Risk Predictor)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ออกรายงานสรุปสำหรับส่งมอบงานราชการและเอกชนตามมาตรฐานสากล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API สำหรับเชื่อมต่อระบบบัญชีและ ERP ภายนอก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ขอขอบพระคุณคณะกรรมการและพี่ๆ ทุกท่าน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ยินดีรับฟังทุกคำแนะนำและข้อเสนอแนะเพื่อนำไปพัฒนาต่อยอดครับ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7772400" cy="1645920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4206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นายภูรินทร์ สุขมั่น (ริน)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4663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สาขาวิทยาการคอมพิวเตอร์ คณะเทคโนโลยีสารสนเทศและการสื่อสาร มหาวิทยาลัยพะเยา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Lifecycle Management &amp; Tracking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sic-project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2026-10-22T05:35:39Z</dcterms:created>
  <dcterms:modified xsi:type="dcterms:W3CDTF">2026-10-22T05:35:39Z</dcterms:modified>
</cp:coreProperties>
</file>